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635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12B748-C14C-409A-A04A-3C7F6E5AE6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22977" y="4579417"/>
            <a:ext cx="1163044" cy="55623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286000"/>
            <a:ext cx="6400800" cy="6400800"/>
          </a:xfrm>
          <a:prstGeom prst="ellipse">
            <a:avLst/>
          </a:prstGeom>
          <a:solidFill>
            <a:srgbClr val="27327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97680"/>
            <a:ext cx="4572000" cy="4572000"/>
          </a:xfrm>
          <a:prstGeom prst="ellipse">
            <a:avLst/>
          </a:prstGeom>
          <a:solidFill>
            <a:srgbClr val="273270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GOAL-SETTING FRAMEWORK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7432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OKRs: Objectives &amp; Key Results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Focus, Alignment &amp; Execution at the Portfolio Level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080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 ·  Version 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Superpowers of OKRs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 popularized by John Doerr (Measure What Matters) — the five things OKRs are designed to unlock.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09448" y="196596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1249528" y="224028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49528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00888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4040" y="3611880"/>
            <a:ext cx="16824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 in on the handful of priorities that matter most this cycle.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49728" y="196596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EEF3FC"/>
          </a:solidFill>
          <a:ln/>
        </p:spPr>
      </p:sp>
      <p:sp>
        <p:nvSpPr>
          <p:cNvPr id="10" name="Shape 8"/>
          <p:cNvSpPr/>
          <p:nvPr/>
        </p:nvSpPr>
        <p:spPr>
          <a:xfrm>
            <a:off x="3489808" y="224028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89808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941168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014320" y="3611880"/>
            <a:ext cx="16824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team goals visibly to the broader organizational strategy.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90008" y="196596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EEF3FC"/>
          </a:solidFill>
          <a:ln/>
        </p:spPr>
      </p:sp>
      <p:sp>
        <p:nvSpPr>
          <p:cNvPr id="15" name="Shape 13"/>
          <p:cNvSpPr/>
          <p:nvPr/>
        </p:nvSpPr>
        <p:spPr>
          <a:xfrm>
            <a:off x="5730088" y="224028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730088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181448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Commitment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54600" y="3611880"/>
            <a:ext cx="16824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genuine agreement and ownership, not just top-down targets.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30288" y="196596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EEF3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970368" y="224028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70368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421728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94880" y="3611880"/>
            <a:ext cx="16824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progress regularly and course-correct before it's too late.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70568" y="1965960"/>
            <a:ext cx="2011680" cy="3840480"/>
          </a:xfrm>
          <a:prstGeom prst="roundRect">
            <a:avLst>
              <a:gd name="adj" fmla="val 4545"/>
            </a:avLst>
          </a:prstGeom>
          <a:solidFill>
            <a:srgbClr val="EEF3F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10648" y="224028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210648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9662008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Stretching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735160" y="3611880"/>
            <a:ext cx="16824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ambitious goals that push beyond what feels comfortably achievable.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Key Result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Key Result names the Action, the Metric that proves it happened, the Target, and the Timing.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29488" y="210312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9488" y="23042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66648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25216" y="2715768"/>
            <a:ext cx="237744" cy="237744"/>
          </a:xfrm>
          <a:prstGeom prst="plus">
            <a:avLst/>
          </a:prstGeom>
          <a:solidFill>
            <a:srgbClr val="F2A93B"/>
          </a:solidFill>
          <a:ln/>
        </p:spPr>
      </p:sp>
      <p:sp>
        <p:nvSpPr>
          <p:cNvPr id="8" name="Shape 6"/>
          <p:cNvSpPr/>
          <p:nvPr/>
        </p:nvSpPr>
        <p:spPr>
          <a:xfrm>
            <a:off x="3581248" y="210312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81248" y="23042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718408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you'll measure 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76976" y="2715768"/>
            <a:ext cx="237744" cy="237744"/>
          </a:xfrm>
          <a:prstGeom prst="plus">
            <a:avLst/>
          </a:prstGeom>
          <a:solidFill>
            <a:srgbClr val="F2A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6233008" y="210312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33008" y="23042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70168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to hit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28736" y="2715768"/>
            <a:ext cx="237744" cy="237744"/>
          </a:xfrm>
          <a:prstGeom prst="plus">
            <a:avLst/>
          </a:prstGeom>
          <a:solidFill>
            <a:srgbClr val="F2A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8884768" y="210312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884768" y="23042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021928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when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9488" y="4023360"/>
            <a:ext cx="10332720" cy="137160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03808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203808" y="448056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(Action) customer NPS score (Metric) to 55 (Target) by end of Q4 (Timing).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OKR Cascade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set the direction. Key Results define success. Initiatives are the work that gets you there.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29488" y="2194560"/>
            <a:ext cx="3200400" cy="3291840"/>
          </a:xfrm>
          <a:prstGeom prst="roundRect">
            <a:avLst>
              <a:gd name="adj" fmla="val 3429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2118208" y="25146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118208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66648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03808" y="402336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Qualitative, inspiring, time-bound goal.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we want to achieve?"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 rot="5400000">
            <a:off x="4193896" y="3721608"/>
            <a:ext cx="237744" cy="237744"/>
          </a:xfrm>
          <a:prstGeom prst="triangle">
            <a:avLst/>
          </a:prstGeom>
          <a:solidFill>
            <a:srgbClr val="F2A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495648" y="2194560"/>
            <a:ext cx="3200400" cy="3291840"/>
          </a:xfrm>
          <a:prstGeom prst="roundRect">
            <a:avLst>
              <a:gd name="adj" fmla="val 3429"/>
            </a:avLst>
          </a:prstGeom>
          <a:solidFill>
            <a:srgbClr val="EEF3FC"/>
          </a:solidFill>
          <a:ln/>
        </p:spPr>
      </p:sp>
      <p:sp>
        <p:nvSpPr>
          <p:cNvPr id="11" name="Shape 9"/>
          <p:cNvSpPr/>
          <p:nvPr/>
        </p:nvSpPr>
        <p:spPr>
          <a:xfrm>
            <a:off x="5684368" y="25146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84368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32808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769968" y="402336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measurable outcomes proving progress.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will we know we got there?"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 rot="5400000">
            <a:off x="7760056" y="3721608"/>
            <a:ext cx="237744" cy="237744"/>
          </a:xfrm>
          <a:prstGeom prst="triangle">
            <a:avLst/>
          </a:prstGeom>
          <a:solidFill>
            <a:srgbClr val="F2A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8061808" y="2194560"/>
            <a:ext cx="3200400" cy="3291840"/>
          </a:xfrm>
          <a:prstGeom prst="roundRect">
            <a:avLst>
              <a:gd name="adj" fmla="val 3429"/>
            </a:avLst>
          </a:prstGeom>
          <a:solidFill>
            <a:srgbClr val="EEF3FC"/>
          </a:solidFill>
          <a:ln/>
        </p:spPr>
      </p:sp>
      <p:sp>
        <p:nvSpPr>
          <p:cNvPr id="17" name="Shape 15"/>
          <p:cNvSpPr/>
          <p:nvPr/>
        </p:nvSpPr>
        <p:spPr>
          <a:xfrm>
            <a:off x="9250528" y="25146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50528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198968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Initiatives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336128" y="402336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work and projects that drive the Key Results.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will we actually do?"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OKR Worksheet Template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layout to draft and track an Objective each cycle.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[Enter qualitative, inspiring goal]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10881360" cy="329184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Result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Confidence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</a:rPr>
                        <a:t>KR1: [Enter measurable key result]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</a:rPr>
                        <a:t>[Target]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</a:rPr>
                        <a:t>[Name]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Green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</a:rPr>
                        <a:t>KR2: [Enter measurable key result]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</a:rPr>
                        <a:t>[Target]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</a:rPr>
                        <a:t>[Name]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Yellow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</a:rPr>
                        <a:t>KR3: [Enter measurable key result]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</a:rPr>
                        <a:t>[Target]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A2A"/>
                          </a:solidFill>
                        </a:rPr>
                        <a:t>[Name]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Red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reflects current likelihood of hitting the target — not a judgment of effort.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for OKR Cycles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6608" y="160020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86688" y="17647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it to 3-5 Objectives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20928" y="22860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that dilutes focus — that's the whole point of the framework.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33008" y="160020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73088" y="17647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 OKRs from performance reviews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2860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OKRs should encourage ambition, not be tied to compensation.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6608" y="361188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EEF3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86688" y="37764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confidence weekly or bi-weekly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20928" y="42976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Frequent, lightweight check-ins beat quarterly surprises.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3008" y="361188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EEF3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73088" y="37764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Key Results as outcomes, not tasks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2976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"Reduce churn to 4%" beats "Launch retention campaign."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generic template based on widely-known OKR practice — adapt cadence and terminology to your organization.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445</Words>
  <Application>Microsoft Office PowerPoint</Application>
  <PresentationFormat>Widescreen</PresentationFormat>
  <Paragraphs>83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Addy</dc:creator>
  <cp:lastModifiedBy>Addy A</cp:lastModifiedBy>
  <cp:revision>2</cp:revision>
  <dcterms:created xsi:type="dcterms:W3CDTF">2026-09-10T20:28:36Z</dcterms:created>
  <dcterms:modified xsi:type="dcterms:W3CDTF">2026-09-10T23:39:13Z</dcterms:modified>
</cp:coreProperties>
</file>