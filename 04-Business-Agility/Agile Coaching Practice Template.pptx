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30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07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D8A9C1-38A9-4713-8FCA-A1878D7CDE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00330" y="5553036"/>
            <a:ext cx="1700371" cy="81322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286000"/>
            <a:ext cx="6400800" cy="6400800"/>
          </a:xfrm>
          <a:prstGeom prst="ellipse">
            <a:avLst/>
          </a:prstGeom>
          <a:solidFill>
            <a:srgbClr val="27327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97680"/>
            <a:ext cx="4572000" cy="4572000"/>
          </a:xfrm>
          <a:prstGeom prst="ellipse">
            <a:avLst/>
          </a:prstGeom>
          <a:solidFill>
            <a:srgbClr val="273270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40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AGILITY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5176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Being an Agile Coach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Portfolio-Level Coaching — A Peer Discussion Template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Intent: peer discussion and knowledge-sharing — not a formal training session.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80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 ·  Version 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Coach Traits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qualities that separate an effective Agile Coach from a process administrator.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6400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Agile knowledge &amp; assessment skills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creating and improving Agile processes within the organization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thinker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continuous improvement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listening skills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Agile Mindset — values and principles, not just ceremonies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Influencer, not order-giver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builder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deals with conflict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06640" y="182880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0" y="219456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coach's job isn't to have the answers — it's to help the team find theirs.”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Transitioning from Team Coach to Program Coach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in mindset and scope as your coaching remit expands.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6400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mindset — you're now enabling coaches, not just teams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— you can't be hands-on with every team anymore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Business Agility, not just team-level ceremonies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wider program toward excellence, not just delivery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is part of the process — model that openly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relationships with program leadership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own comfort zone, then push past 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06640" y="182880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0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COACH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560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one team's ceremonies and practices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680960" y="3383280"/>
            <a:ext cx="3383280" cy="0"/>
          </a:xfrm>
          <a:prstGeom prst="line">
            <a:avLst/>
          </a:prstGeom>
          <a:noFill/>
          <a:ln w="19050">
            <a:solidFill>
              <a:srgbClr val="F2A93B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7589520" y="3657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COACH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4023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other coaches and shapes agility across the whole program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Coach — Interaction Model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Coach sits at the center of a web of relationships — each with a different purpose.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0" y="3291840"/>
            <a:ext cx="1645920" cy="1645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0" y="32918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flipV="1">
            <a:off x="6309360" y="1783080"/>
            <a:ext cx="9144" cy="2331720"/>
          </a:xfrm>
          <a:prstGeom prst="line">
            <a:avLst/>
          </a:prstGeom>
          <a:noFill/>
          <a:ln w="12700">
            <a:solidFill>
              <a:srgbClr val="B9C4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3017520" y="2514600"/>
            <a:ext cx="3291840" cy="1600200"/>
          </a:xfrm>
          <a:prstGeom prst="line">
            <a:avLst/>
          </a:prstGeom>
          <a:noFill/>
          <a:ln w="12700">
            <a:solidFill>
              <a:srgbClr val="B9C4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6309360" y="2514600"/>
            <a:ext cx="3291840" cy="1600200"/>
          </a:xfrm>
          <a:prstGeom prst="line">
            <a:avLst/>
          </a:prstGeom>
          <a:noFill/>
          <a:ln w="12700">
            <a:solidFill>
              <a:srgbClr val="B9C4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2103120" y="4114800"/>
            <a:ext cx="4206240" cy="457200"/>
          </a:xfrm>
          <a:prstGeom prst="line">
            <a:avLst/>
          </a:prstGeom>
          <a:noFill/>
          <a:ln w="12700">
            <a:solidFill>
              <a:srgbClr val="B9C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2103120" y="4114800"/>
            <a:ext cx="4206240" cy="1828800"/>
          </a:xfrm>
          <a:prstGeom prst="line">
            <a:avLst/>
          </a:prstGeom>
          <a:noFill/>
          <a:ln w="12700">
            <a:solidFill>
              <a:srgbClr val="B9C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4114800"/>
            <a:ext cx="4114800" cy="457200"/>
          </a:xfrm>
          <a:prstGeom prst="line">
            <a:avLst/>
          </a:prstGeom>
          <a:noFill/>
          <a:ln w="12700">
            <a:solidFill>
              <a:srgbClr val="B9C4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4114800"/>
            <a:ext cx="4114800" cy="1828800"/>
          </a:xfrm>
          <a:prstGeom prst="line">
            <a:avLst/>
          </a:prstGeom>
          <a:noFill/>
          <a:ln w="12700">
            <a:solidFill>
              <a:srgbClr val="B9C4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00700" y="144018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00700" y="14401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Scrum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08860" y="217170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08860" y="21717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92540" y="217170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92540" y="21717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Train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94460" y="422910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94460" y="42291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94460" y="560070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94460" y="56007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715500" y="422910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15500" y="42291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Coaches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715500" y="560070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15500" y="56007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Team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(incl. POs)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Strong Team Coaches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Program Coach reinforces when developing the coaches around them.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observation at ceremonies to identify what's happening, then debrief with the Scrum Master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Worry more about the people than the product or the process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trying to be a superhero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whether to solve a team's problem for them, or coach them to solve it themselves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your own ego — avoid thinking you know everything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timely feedback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empathy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Coaching Program Leadership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upward is different from coaching a team — and just as important.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6583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try to please everyone, and don't expect ready agreement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willing to have healthy, tough conversations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relationships before you need them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leadership on agility, not just delivery dates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to escalate — and when not 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06640" y="182880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0" y="21031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“Our greatest weakness lies in giving up. The most certain way to succeed is always to try just one more time.”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4114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Thomas A. Edison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Parting Words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with evidence, not just instinct.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data-driven approach to problem solving: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Iteration performance trends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Program-level delivery performance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maturity assessment results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06640" y="182880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0" y="2148840"/>
            <a:ext cx="3566160" cy="2286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“It is a capital mistake to theorize before one has data. Insensibly one begins to twist facts to suit theories, instead of theories to suit facts.”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4572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Sherlock Holmes (Arthur Conan Doyle)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to run this as a live peer discussion rather than a lecture.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9525"/>
        </p:spPr>
      </p:sp>
      <p:sp>
        <p:nvSpPr>
          <p:cNvPr id="5" name="Shape 3"/>
          <p:cNvSpPr/>
          <p:nvPr/>
        </p:nvSpPr>
        <p:spPr>
          <a:xfrm>
            <a:off x="868680" y="2189988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89988"/>
            <a:ext cx="329184" cy="32918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2880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coaching stance right now — directive, facilitative, or somewhere in between?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470148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70148"/>
            <a:ext cx="329184" cy="32918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10896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moment when you had to resist solving a problem for a team.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9525"/>
        </p:spPr>
      </p:sp>
      <p:sp>
        <p:nvSpPr>
          <p:cNvPr id="13" name="Shape 11"/>
          <p:cNvSpPr/>
          <p:nvPr/>
        </p:nvSpPr>
        <p:spPr>
          <a:xfrm>
            <a:off x="868680" y="4750308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750308"/>
            <a:ext cx="329184" cy="32918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38912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'success' look like for a coach who isn't visibly 'doing' anything?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6692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6030468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6030468"/>
            <a:ext cx="329184" cy="32918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66928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line between coaching and escalating?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generic template based on common Agile coaching practice — adapt roles and terminology to your organization.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607</Words>
  <Application>Microsoft Office PowerPoint</Application>
  <PresentationFormat>Widescreen</PresentationFormat>
  <Paragraphs>92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Addy A</cp:lastModifiedBy>
  <cp:revision>3</cp:revision>
  <dcterms:created xsi:type="dcterms:W3CDTF">2026-09-10T21:04:53Z</dcterms:created>
  <dcterms:modified xsi:type="dcterms:W3CDTF">2026-09-11T00:25:29Z</dcterms:modified>
</cp:coreProperties>
</file>