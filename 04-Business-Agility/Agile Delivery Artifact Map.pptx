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dy A" userId="16cfcb4f63a252d7" providerId="LiveId" clId="{17F1C404-5DB0-4438-90E9-FD1C490DEA8B}"/>
    <pc:docChg chg="undo custSel modSld modMainMaster">
      <pc:chgData name="Addy A" userId="16cfcb4f63a252d7" providerId="LiveId" clId="{17F1C404-5DB0-4438-90E9-FD1C490DEA8B}" dt="2026-09-10T23:42:17.670" v="23"/>
      <pc:docMkLst>
        <pc:docMk/>
      </pc:docMkLst>
      <pc:sldChg chg="setBg">
        <pc:chgData name="Addy A" userId="16cfcb4f63a252d7" providerId="LiveId" clId="{17F1C404-5DB0-4438-90E9-FD1C490DEA8B}" dt="2026-09-10T23:41:09.409" v="20"/>
        <pc:sldMkLst>
          <pc:docMk/>
          <pc:sldMk cId="0" sldId="256"/>
        </pc:sldMkLst>
      </pc:sldChg>
      <pc:sldChg chg="setBg">
        <pc:chgData name="Addy A" userId="16cfcb4f63a252d7" providerId="LiveId" clId="{17F1C404-5DB0-4438-90E9-FD1C490DEA8B}" dt="2026-09-10T23:41:09.409" v="20"/>
        <pc:sldMkLst>
          <pc:docMk/>
          <pc:sldMk cId="0" sldId="257"/>
        </pc:sldMkLst>
      </pc:sldChg>
      <pc:sldChg chg="modSp mod setBg">
        <pc:chgData name="Addy A" userId="16cfcb4f63a252d7" providerId="LiveId" clId="{17F1C404-5DB0-4438-90E9-FD1C490DEA8B}" dt="2026-09-10T23:42:17.670" v="23"/>
        <pc:sldMkLst>
          <pc:docMk/>
          <pc:sldMk cId="0" sldId="258"/>
        </pc:sldMkLst>
        <pc:graphicFrameChg chg="modGraphic">
          <ac:chgData name="Addy A" userId="16cfcb4f63a252d7" providerId="LiveId" clId="{17F1C404-5DB0-4438-90E9-FD1C490DEA8B}" dt="2026-09-10T23:42:17.670" v="23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setBg">
        <pc:chgData name="Addy A" userId="16cfcb4f63a252d7" providerId="LiveId" clId="{17F1C404-5DB0-4438-90E9-FD1C490DEA8B}" dt="2026-09-10T23:41:09.409" v="20"/>
        <pc:sldMkLst>
          <pc:docMk/>
          <pc:sldMk cId="0" sldId="259"/>
        </pc:sldMkLst>
      </pc:sldChg>
      <pc:sldChg chg="addSp delSp mod setBg">
        <pc:chgData name="Addy A" userId="16cfcb4f63a252d7" providerId="LiveId" clId="{17F1C404-5DB0-4438-90E9-FD1C490DEA8B}" dt="2026-09-10T23:41:09.409" v="20"/>
        <pc:sldMkLst>
          <pc:docMk/>
          <pc:sldMk cId="0" sldId="260"/>
        </pc:sldMkLst>
        <pc:spChg chg="del">
          <ac:chgData name="Addy A" userId="16cfcb4f63a252d7" providerId="LiveId" clId="{17F1C404-5DB0-4438-90E9-FD1C490DEA8B}" dt="2026-09-10T23:04:23.046" v="0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Addy A" userId="16cfcb4f63a252d7" providerId="LiveId" clId="{17F1C404-5DB0-4438-90E9-FD1C490DEA8B}" dt="2026-09-10T23:04:37.172" v="5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Addy A" userId="16cfcb4f63a252d7" providerId="LiveId" clId="{17F1C404-5DB0-4438-90E9-FD1C490DEA8B}" dt="2026-09-10T23:04:26.071" v="1" actId="478"/>
          <ac:spMkLst>
            <pc:docMk/>
            <pc:sldMk cId="0" sldId="260"/>
            <ac:spMk id="12" creationId="{00000000-0000-0000-0000-000000000000}"/>
          </ac:spMkLst>
        </pc:spChg>
        <pc:spChg chg="add del">
          <ac:chgData name="Addy A" userId="16cfcb4f63a252d7" providerId="LiveId" clId="{17F1C404-5DB0-4438-90E9-FD1C490DEA8B}" dt="2026-09-10T23:04:35.062" v="4" actId="478"/>
          <ac:spMkLst>
            <pc:docMk/>
            <pc:sldMk cId="0" sldId="260"/>
            <ac:spMk id="16" creationId="{00000000-0000-0000-0000-000000000000}"/>
          </ac:spMkLst>
        </pc:spChg>
      </pc:sldChg>
      <pc:sldMasterChg chg="addSp delSp modSp mod setBg modSldLayout">
        <pc:chgData name="Addy A" userId="16cfcb4f63a252d7" providerId="LiveId" clId="{17F1C404-5DB0-4438-90E9-FD1C490DEA8B}" dt="2026-09-10T23:41:09.409" v="20"/>
        <pc:sldMasterMkLst>
          <pc:docMk/>
          <pc:sldMasterMk cId="0" sldId="2147483648"/>
        </pc:sldMasterMkLst>
        <pc:spChg chg="add del mod">
          <ac:chgData name="Addy A" userId="16cfcb4f63a252d7" providerId="LiveId" clId="{17F1C404-5DB0-4438-90E9-FD1C490DEA8B}" dt="2026-09-10T23:08:41.583" v="9" actId="47"/>
          <ac:spMkLst>
            <pc:docMk/>
            <pc:sldMasterMk cId="0" sldId="2147483648"/>
            <ac:spMk id="2" creationId="{13CD590F-5983-4293-88B0-5D90331150BC}"/>
          </ac:spMkLst>
        </pc:spChg>
        <pc:picChg chg="add mod">
          <ac:chgData name="Addy A" userId="16cfcb4f63a252d7" providerId="LiveId" clId="{17F1C404-5DB0-4438-90E9-FD1C490DEA8B}" dt="2026-09-10T23:14:43.579" v="15" actId="1076"/>
          <ac:picMkLst>
            <pc:docMk/>
            <pc:sldMasterMk cId="0" sldId="2147483648"/>
            <ac:picMk id="4" creationId="{5D1044DD-B2FB-4DE4-A845-A8AE0A760A6E}"/>
          </ac:picMkLst>
        </pc:picChg>
        <pc:sldLayoutChg chg="setBg">
          <pc:chgData name="Addy A" userId="16cfcb4f63a252d7" providerId="LiveId" clId="{17F1C404-5DB0-4438-90E9-FD1C490DEA8B}" dt="2026-09-10T23:41:09.409" v="20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349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D590F-5983-4293-88B0-5D90331150BC}"/>
              </a:ext>
            </a:extLst>
          </p:cNvPr>
          <p:cNvSpPr txBox="1"/>
          <p:nvPr userDrawn="1"/>
        </p:nvSpPr>
        <p:spPr>
          <a:xfrm>
            <a:off x="5458120" y="4590854"/>
            <a:ext cx="1366886" cy="612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044DD-B2FB-4DE4-A845-A8AE0A760A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41563" y="5203596"/>
            <a:ext cx="1021641" cy="4886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7327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273270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AGILITY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Delivery Artifact Map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Artifacts Get Created, By Whom, In Each Delivery Phase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·  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Phases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in this map is tagged to one of these phases — use it as a legend for the matrices that follow.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5168" y="21031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C97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6608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Start-Up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6608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·  Sprinting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5168" y="306324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8048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the initiative, define requirements, and prepare the team to begin delivery.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4088" y="21031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2F6FB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5528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35528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Sprinting  ·  Delivery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44088" y="306324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26968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and deliver working increments across iterative sprints.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21031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3F8F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24448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33008" y="306324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5888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acceptance, hand over support, and formally close the initiative.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21928" y="21031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6B728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13368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Tracking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13368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21928" y="306324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04808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the delivered outcome achieved its intended business value.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Map — Delivery &amp; Requirements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delivery and requirements artifacts by phase.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680294"/>
              </p:ext>
            </p:extLst>
          </p:nvPr>
        </p:nvGraphicFramePr>
        <p:xfrm>
          <a:off x="548640" y="1371600"/>
          <a:ext cx="11064240" cy="5166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Start-Up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Execution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Closure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Project Management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Project Charter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RACI Matrix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Kickoff Deck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Sprint Calendar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Retrospective Notes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Team Working Agreements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Project Closure Report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Final Status Report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Requirements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Product Vision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Product Roadmap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Story Map &amp; Personas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Backlog Refinement Notes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Sprint Backlog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Acceptance Criteria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Backlog Handover / Archive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Testing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High-Level Test Plan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Detailed Test Cases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Test Execution Log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UAT Sign-off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Support Closure Activities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Map — Change, Governance &amp; Finance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and control-function artifacts by phase.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166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Start-Up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Execution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Closure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Change Management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Change Strategy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Stakeholder Impact Assessment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Change Plan Execution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Communications &amp; Training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Adoption &amp; Sustainment Report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Governance &amp; Quality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Delivery Readiness Checks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Periodic Governance / Business Review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Final Governance Sign-off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Financial Management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Initial Financial Projections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Monthly Actuals &amp; Forecast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Financial Reconciliation &amp; Cost Close-out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Data &amp; IT / Service Mgmt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Data Impact Assessment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Solution Options &amp; Estimates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Environment Build &amp; Configuration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Data Requirements Closure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</a:rPr>
                        <a:t>Handover &amp; Warranty Support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Template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6608" y="160020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86688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your own phase-gate model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20928" y="2286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your organization's actual phase names and gates if they differ from Start-Up / Execution / Closure.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73088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an owner per artifact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286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should map to a single accountable role, not a whole team.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6608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86688" y="3776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completion, not just existence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0928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status column (Not Started / In Progress / Complete) if you're using this to run delivery.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73088" y="3776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living, not static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each release — artifact needs shift as an initiative's scale and risk profile changes.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generic template based on common Agile/SAFe delivery practice — adapt categories and artifacts to your organization.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404</Words>
  <Application>Microsoft Office PowerPoint</Application>
  <PresentationFormat>Widescreen</PresentationFormat>
  <Paragraphs>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Addy</dc:creator>
  <cp:lastModifiedBy>Addy A</cp:lastModifiedBy>
  <cp:revision>3</cp:revision>
  <dcterms:created xsi:type="dcterms:W3CDTF">2026-09-10T20:30:05Z</dcterms:created>
  <dcterms:modified xsi:type="dcterms:W3CDTF">2026-09-11T00:03:00Z</dcterms:modified>
</cp:coreProperties>
</file>